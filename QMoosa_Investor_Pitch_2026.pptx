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22D3EE"/>
                </a:solidFill>
              </a:rPr>
              <a:t>QMOOSA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1F5F9"/>
                </a:solidFill>
              </a:rPr>
              <a:t>AI-Native Web4 Infrastructure</a:t>
            </a:r>
          </a:p>
          <a:p>
            <a:r>
              <a:rPr sz="1800">
                <a:solidFill>
                  <a:srgbClr val="94A3B8"/>
                </a:solidFill>
              </a:rPr>
              <a:t>Investor Pitch • Funding • R&amp;D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324612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794760"/>
            <a:ext cx="54864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94106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6168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Make blockchain execution as simple as asking an AI agent to do the job.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24612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794760"/>
            <a:ext cx="54864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94106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FLAGSHIP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36168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QMoosa Nexus — agentic, policy-controlled, multi-chain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794760"/>
            <a:ext cx="324612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794760"/>
            <a:ext cx="54864" cy="1234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394106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36168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• Blockchain • Web4 • Post-Quantum Security R&amp;D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Web3 is powerful — but execution is still too complex, fragmented and risky.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3566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Users must understand wallets, chains, gas, bridges, signatures and transaction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54864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Assets, liquidity, apps and developer tools are spread across multiple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508760"/>
            <a:ext cx="54864" cy="35661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AUTONOMY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can plan actions, but financial execution needs deterministic limits, authorization and auditability.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The QMoosa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An AI-native execution layer that turns intent into controlled on-chain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4864" cy="2926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55063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1 •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21945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“Send 50 USDT to my supplier.”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655063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2 •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75688"/>
            <a:ext cx="21945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selects tools, route and execution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54864" cy="29260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655063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3 •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75688"/>
            <a:ext cx="21945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Policy engine checks limits, permissions and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0876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508760"/>
            <a:ext cx="54864" cy="2926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655063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4 •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075688"/>
            <a:ext cx="21945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Smart-account authorization + blockchain settlement.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754880"/>
            <a:ext cx="850392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4754880"/>
            <a:ext cx="54864" cy="822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8" y="490118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CORE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5321808"/>
            <a:ext cx="8138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proposes. Policy enforces. Cryptography authorizes. Blockchain settles.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Flagship Product: QMoosa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Current MVP / testnet platform — built to evolve into production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AI Agent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Natural-language planning + model abstraction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17830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Policy Guardian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Spending caps, permissions, approvals, emergency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54864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Smart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Account-abstraction oriented execution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54864" cy="1783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Multi-Chain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QMoosa L1 + major blockchain ecosystems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Developer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TypeScript, Python and Rust-oriented tooling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54864" cy="17830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Explorer + Faucet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Developer-friendly testnet discovery and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QMoosa R&amp;D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A focused research roadmap around secure autonomous digital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3566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QMOOSA 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Agentic Web4 execution, smart accounts, policy controls and interoperability.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54864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QUANTUM SECURITY R&amp;D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Post-quantum cryptography and quantum-safe infrastructure research.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08760"/>
            <a:ext cx="338328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508760"/>
            <a:ext cx="54864" cy="3566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55063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AI AGENT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1752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Model routing, agent tools, constrained autonomy and developer APIs.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High-Value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Start where programmable execution creates measurable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AI TREASURY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Policy-controlled stablecoin payments and reconciliation.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CROSS-BORDER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Automated multi-chain settlement with audit trails.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54864" cy="17830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DEFI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Constrained agents monitor positions and execute approved strategies.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54864" cy="1783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AGENTIC 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agents purchase services within programmable spending limits.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DEVELOPER 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Unified APIs for wallets, tools, policies and execution.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54864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71246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QUANTUM-SAFE WEB3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Research migration paths toward post-quantum security.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Large adjacent markets; QMoosa targets the intersection.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2057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Grand View Research: global blockchain technology market estimated at $57.7B in 2025; forecast to $9.06T by 2033.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54864" cy="2057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STABLECOIN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McKinsey: actual stablecoin payment activity about $390B annualized based on Dec. 2025 activity; B2B is the largest segment.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417320"/>
            <a:ext cx="342900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7304" y="1417320"/>
            <a:ext cx="54864" cy="2057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984248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Grand View Research projects India’s blockchain technology market at about $53.2B by 2030.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886200"/>
            <a:ext cx="896112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886200"/>
            <a:ext cx="54864" cy="1234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403250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453128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QMoosa is not betting on one token or one chain. The thesis is secure AI-driven execution across programmable financial infrastructure.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Build infrastructure first; monetize usage and enterprise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10332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Protocol / Network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92807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Execution, agent tools and network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54864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10332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Developer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5292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Paid APIs, SDK services, enterprise tooling and managed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69848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54864" cy="7498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92424"/>
            <a:ext cx="10332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Agent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8130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Revenue share from specialized agents and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69848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4864" cy="7498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52544"/>
            <a:ext cx="10332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Enterprise / 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7316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Treasury automation and cross-border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69848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66360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312664"/>
            <a:ext cx="10332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R&amp;D / 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73328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Security, protocol and quantum-safe technology partnerships.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R&amp;D &amp;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Convert the MVP into verifiable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2834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7510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1691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MVP / prototype • AI planner • policy layer • developer 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2057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828800"/>
            <a:ext cx="54864" cy="2834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97510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395728"/>
            <a:ext cx="1691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Real testnet • persistent state • multi-node consensus • wallet signing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2057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9" y="1828800"/>
            <a:ext cx="54864" cy="28346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7" y="197510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7" y="2395728"/>
            <a:ext cx="1691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Real ZK circuits • bridge verification • threat modeling • external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2057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828800"/>
            <a:ext cx="54864" cy="2834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197510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395728"/>
            <a:ext cx="1691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Public validators • reproducible TPS/finality benchmarks • developer ecosystem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2057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54864" cy="2834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197510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MAINNET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2395728"/>
            <a:ext cx="16916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Production protocol • partnerships • compliant network economics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Funding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We are building the execution layer for an agentic, multi-chain Web4.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3291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718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is moving from chat to action. Stablecoins and programmable assets are gaining practical payment use. Blockchain infrastructure is expanding rapidly.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3756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54864" cy="3291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6362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WHAT FUNDING UNLOCKS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84248"/>
            <a:ext cx="29718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Protocol engineering • security audits • testnet infrastructure • AI compute • developer ecosystem • compliance and go-to-market.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417320"/>
            <a:ext cx="333756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417320"/>
            <a:ext cx="54864" cy="3291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56362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INVESTOR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984248"/>
            <a:ext cx="29718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 differentiated infrastructure company positioned at the intersection of AI agents, blockchain execution and quantum-safe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Seeking strategic capital, technical partners and early ecosystem adopters.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3063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3063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8803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Seed / pre-seed funding to move from MVP to independently tested public testnet.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063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" cy="3063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28803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AI providers • blockchain ecosystems • fintech/payment partners • security researchers.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46120" cy="3063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54864" cy="3063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6362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 Display"/>
              </a:rPr>
              <a:t>EARLY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984248"/>
            <a:ext cx="28803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ptos"/>
              </a:rPr>
              <a:t>Developers and businesses willing to pilot secure agentic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</a:rPr>
              <a:t>QMoosa — From AI intent to verifiable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ptos Display"/>
              </a:rPr>
              <a:t>Market Sources &amp; Investor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• Grand View Research — Blockchain Technology Market (2026–2033): $57.7B in 2025; $9.06T projected 2033.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• McKinsey — Stablecoins in payments (2026): ~$390B annualized actual stablecoin payment activity based on Dec. 2025 data.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• Grand View Research — India Blockchain Technology Market: ~$53.2B projected 2030.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• QMoosa product metrics should be presented as LIVE / TESTNET / SIMULATED / PLANNED according to actual implementation.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• Investor note: This deck is a strategic pitch, not an offer to sell securities or tokens. Market estimates are third-party forecasts and are not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</a:rPr>
              <a:t>QMoosa • Confidential Investor Preview •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